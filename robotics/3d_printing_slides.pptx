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Printing: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Design, Print, Teach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 create a model, print it, then teach someone else how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Project: 3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155448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 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model from Thingiverse or Printables, or design your own in Tinkercad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71600"/>
            <a:ext cx="26517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1554480"/>
            <a:ext cx="548640" cy="54864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MakerBot or Formlabs printer to bring your model to life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15544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2834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PowerPoint guide showing someone else how to use the printer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MakerBot vs Formlabs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4904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74904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MakerBot (FDM)</a:t>
            </a:r>
            <a:endParaRPr lang="en-US" sz="2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PLA filament (plastic spool)</a:t>
            </a:r>
            <a:endParaRPr lang="en-US" sz="2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Ultimaker Digital Factory</a:t>
            </a:r>
            <a:endParaRPr lang="en-US" sz="2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Export .makerbot file → USB → Print</a:t>
            </a:r>
            <a:endParaRPr lang="en-US" sz="2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Simple, fast, easy to remove prints</a:t>
            </a:r>
            <a:endParaRPr lang="en-US" sz="2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Visible layer lines, less detail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188720"/>
            <a:ext cx="374904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Formlabs (Resin/SLA)</a:t>
            </a:r>
            <a:endParaRPr lang="en-US" sz="2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Liquid resin (hardens with UV light)</a:t>
            </a:r>
            <a:endParaRPr lang="en-US" sz="2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PreForm</a:t>
            </a:r>
            <a:endParaRPr lang="en-US" sz="2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Import STL → Send to printer → Wash → Cure</a:t>
            </a:r>
            <a:endParaRPr lang="en-US" sz="2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Smooth surface, high detail</a:t>
            </a:r>
            <a:endParaRPr lang="en-US" sz="2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Requires wash + cure, more steps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MakerBot Printing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19659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Thingiverse/Printables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export from Tinkercad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371600"/>
            <a:ext cx="19659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103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Ultimaker Digital Factory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Import → Configure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Export .makerbot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37760" y="137160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37160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Filament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up → Feed spool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tube → Push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extruder until it oozes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78040" y="137160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8040" y="1371600"/>
            <a:ext cx="196596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69480" y="2103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into printer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 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Watch first layers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file format for 3D printing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Converting a 3D model into printer instructions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 filament used in MakerBot printers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material used in Formlabs (hardens with UV)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surface the printer builds your object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 structures for overhanging parts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after printing: washing, curing, 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201168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 design a 3D model (under 60 min print time)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it on MakerBot or Formlabs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97280" y="36576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657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PowerPoint guide teaching someone else how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bonus for designing your own model in Tinkercad!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Printing: Design, Print, and Teach</dc:title>
  <dc:subject>PptxGenJS Presentation</dc:subject>
  <dc:creator>GHCDS</dc:creator>
  <cp:lastModifiedBy>GHCDS</cp:lastModifiedBy>
  <cp:revision>1</cp:revision>
  <dcterms:created xsi:type="dcterms:W3CDTF">2026-04-06T20:53:31Z</dcterms:created>
  <dcterms:modified xsi:type="dcterms:W3CDTF">2026-04-06T20:53:31Z</dcterms:modified>
</cp:coreProperties>
</file>