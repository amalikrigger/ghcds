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RoboMaster: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 the Room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 robot to drive a full loop — no joystick, just 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Robotics  |  Grades 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a taped spot on the floor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2240280"/>
            <a:ext cx="457200" cy="457200"/>
          </a:xfrm>
          <a:prstGeom prst="ellipse">
            <a:avLst/>
          </a:prstGeom>
          <a:solidFill>
            <a:srgbClr val="764BA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240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 full loop around the room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31089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the exact starting spot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7280" y="3977640"/>
            <a:ext cx="457200" cy="45720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3977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autonomous — just your Scratch code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77724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joystick allowed. The robot follows your code exactly — every distance and angle matters.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Engineering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192024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route. Count steps. Sketch a map with distances and turn angles.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0" y="1371600"/>
            <a:ext cx="192024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80360" y="210312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segment at a time in Scratch. Move → Turn → Move → Turn.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74920" y="210312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program and watch what happens. Where does it go wrong?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0" y="1371600"/>
            <a:ext cx="19202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1371600"/>
            <a:ext cx="192024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69480" y="210312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(distance or angle), then test again. Repeat until it works.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Scratch Blocks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84048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forward ___ 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straight for a set distance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1188720"/>
            <a:ext cx="384048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325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 ___ degrees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robot (positive = right, negative = left)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01752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___ seconds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between moves for accuracy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30175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3017520"/>
            <a:ext cx="384048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left/right ___ 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sideways (mecanum wheels!)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Competition Events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80160"/>
            <a:ext cx="265176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Return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stops closest to the starting tape after the full loop?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280160"/>
            <a:ext cx="265176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🏁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Gauntlet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around 3 obstacles — fastest adjusted time wins.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28016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💨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Blue Marker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to a blue marker placed anywhere in the room. One attempt.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own competition for +3 extra credit!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 for Success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783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route on paper BEFORE coding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4688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2423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segment at a time — don't code the whole loop at once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31089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063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'wait 0.5 seconds' between every move and turn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374904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703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per test run — not five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43891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4343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affect accuracy — adjust angles by 2-3° if turns drift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RoboMaster: Navigate the Room</dc:title>
  <dc:subject>PptxGenJS Presentation</dc:subject>
  <dc:creator>GHCDS</dc:creator>
  <cp:lastModifiedBy>GHCDS</cp:lastModifiedBy>
  <cp:revision>1</cp:revision>
  <dcterms:created xsi:type="dcterms:W3CDTF">2026-04-06T20:53:31Z</dcterms:created>
  <dcterms:modified xsi:type="dcterms:W3CDTF">2026-04-06T20:53:31Z</dcterms:modified>
</cp:coreProperties>
</file>