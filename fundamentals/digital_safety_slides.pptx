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2743200" cy="27432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Safety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Security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yourself online — because nobody else will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Robotics  |  Grades 7-12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Passwords: Your First Defense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Passwords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 — cracked instantly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— cracked instantly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birthday — minutes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pet's name — hours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3776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0" y="128016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0" y="146304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Passphrases</a:t>
            </a:r>
            <a:endParaRPr lang="en-US" sz="18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mango-bicycle-cloud-17!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purple-guitar-elephant-sunrise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correct-horse-battery-staple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characters = centuries to crack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Phishing: Don't Take the Bait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sender address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support@apple-security-update.com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18872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"Account DELETED in 24 hours!"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paypa1.com (number 1, not letter 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01752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attachments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invoice.exe — don't open it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Two-Factor Authentication (2FA)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if someone steals your password, they can't get in without the second factor.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265176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password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7373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(code or app)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73736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737360"/>
            <a:ext cx="265176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920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👆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537960" y="2468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017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or face scan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Makes Scams Smarter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Phishing Emails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flawless, personalized scam emails with no typos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37760" y="11887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37760" y="1188720"/>
            <a:ext cx="3840480" cy="54864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clone someone's voice from a few seconds of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017520"/>
            <a:ext cx="3840480" cy="54864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creates fake videos of real people saying things they never said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3017520"/>
            <a:ext cx="3840480" cy="15544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3017520"/>
            <a:ext cx="384048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Profiles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2064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realistic photos of people who don't exist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764BA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667EE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Rule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off,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verify through</a:t>
            </a: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channel.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email from your bank? Call the number on your card.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Weird DM from a friend? Text them separately.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Too-good-to-be-true offer? Google it + "scam".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Safety &amp; Security</dc:title>
  <dc:subject>PptxGenJS Presentation</dc:subject>
  <dc:creator>GHCDS</dc:creator>
  <cp:lastModifiedBy>GHCDS</cp:lastModifiedBy>
  <cp:revision>1</cp:revision>
  <dcterms:created xsi:type="dcterms:W3CDTF">2026-04-06T22:40:49Z</dcterms:created>
  <dcterms:modified xsi:type="dcterms:W3CDTF">2026-04-06T22:40:49Z</dcterms:modified>
</cp:coreProperties>
</file>