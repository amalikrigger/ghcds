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Flutter: From Counter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Tic-Tac-Toe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app development by building real things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Flutter?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754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5448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toolkit for building apps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lets you write ONE codebase and run it on Android, iOS, web, and desktop. It uses a language called Dart.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Flutter is a widget — buttons, text, layouts, even the app itself. You build apps by nesting widgets inside each other, like building blocks.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60720" y="1371600"/>
            <a:ext cx="292608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5544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by: Google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Dart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on: Android, iOS, Web, Desktop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Google, BMW, eBay, Alibaba, Toyota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Superpower: Hot Reload — see changes instantly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Widgets: The Building Blocks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screen is a widget. Widgets nest inside each other to build your app.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layout — gives you an app bar, body, and floating button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7373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737360"/>
            <a:ext cx="256032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widgets vertically (top to bottom)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7373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widgets side by side (left to right)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91840"/>
            <a:ext cx="2560320" cy="54864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text on screen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329184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3291840"/>
            <a:ext cx="256032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ElevatedButton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0332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tappable button with built-in styling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29184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291840"/>
            <a:ext cx="2560320" cy="54864"/>
          </a:xfrm>
          <a:prstGeom prst="rect">
            <a:avLst/>
          </a:prstGeom>
          <a:solidFill>
            <a:srgbClr val="61AFE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Material Design icon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Types of Widgets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749040" cy="3291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749040" cy="73152"/>
          </a:xfrm>
          <a:prstGeom prst="rect">
            <a:avLst/>
          </a:prstGeom>
          <a:solidFill>
            <a:srgbClr val="61AF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StatelessWidget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change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printed poster — once it's built, it stays the same.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app shell that sets up the theme and title. It never needs to update.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749040" cy="3291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280160"/>
            <a:ext cx="37490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StatefulWidget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and rebuild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scoreboard — the score updates throughout the game.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counter screen. When you tap +, setState() triggers a rebuild with the new number.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setState() and Hot Reload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411480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setState()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trigger. Call setState() to tell Flutter something changed and the screen needs to rebuild.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your variable changes in memory but the screen never updates — like changing a scoreboard's computer without refreshing the display.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137160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554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shows code changes. Keeps app state (counter stays at 5).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29260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292608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108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Restart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the entire app from scratch. Resets all state (counter goes back to 0).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Tic-Tac-Toe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 (The Board)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3x3 grid stored as a list of lists. Each cell is null, 'X', or 'O'.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188720"/>
            <a:ext cx="384048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GridView (The Layout)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widgets in rows and columns — perfect for a game board.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8404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GestureDetector (Taps)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any widget to detect when the player taps on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3108960"/>
            <a:ext cx="38404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3108960"/>
            <a:ext cx="38404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 (Win Check)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749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move, check rows, columns, and diagonals for a winner.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piece of the UI — buttons, text, layouts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StatelessWidget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widget that never changes after being 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StatefulWidget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widget that can change and rebuild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setState()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Tells Flutter to rebuild the screen with new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layout with app bar, body, and FAB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/ 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by side / stacked vertically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Displays widgets in a 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GestureDetector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taps and gestures on a widget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Reload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Instantly applies changes, keeps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.every()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true if all items pass a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Flutter app and understand widgets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5603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the counter — colors, buttons, icons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Tic-Tac-Toe with a grid and game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02336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with .every() and make it yours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a game.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Flutter: From Counter to Tic-Tac-Toe</dc:title>
  <dc:subject>PptxGenJS Presentation</dc:subject>
  <dc:creator>GHCDS</dc:creator>
  <cp:lastModifiedBy>GHCDS</cp:lastModifiedBy>
  <cp:revision>1</cp:revision>
  <dcterms:created xsi:type="dcterms:W3CDTF">2026-04-06T17:58:31Z</dcterms:created>
  <dcterms:modified xsi:type="dcterms:W3CDTF">2026-04-06T17:58:31Z</dcterms:modified>
</cp:coreProperties>
</file>