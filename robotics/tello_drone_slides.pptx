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64BA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667EE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Tello Drone: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Your First Flight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Python that makes a real drone fly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Robotics  |  Grades 7-12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4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Rules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7280" y="13716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737360" y="1371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fly in the approved area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20574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20574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stands back while a drone is airborne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27432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27432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fly above head height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97280" y="34290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37360" y="34290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hands away from spinning propellers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97280" y="41148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4114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below 20% = stop flying immediately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these rules = no more drone access.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Drone Commands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84048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38404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887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tello.takeoff()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into the air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37760" y="1097280"/>
            <a:ext cx="384048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37760" y="1097280"/>
            <a:ext cx="384048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1887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tello.move_forward(100)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492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 forward 100cm (~3 feet)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423160"/>
            <a:ext cx="384048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423160"/>
            <a:ext cx="3840480" cy="4572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5146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tello.rotate_clockwise(90)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971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right 90 degrees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2423160"/>
            <a:ext cx="384048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2423160"/>
            <a:ext cx="3840480" cy="45720"/>
          </a:xfrm>
          <a:prstGeom prst="rect">
            <a:avLst/>
          </a:prstGeom>
          <a:solidFill>
            <a:srgbClr val="E5C07B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25146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tello.move_up(50)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2971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 up 50cm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749040"/>
            <a:ext cx="384048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749040"/>
            <a:ext cx="384048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840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tello.flip_forward()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4297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 front flip (50%+ battery)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3749040"/>
            <a:ext cx="384048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3749040"/>
            <a:ext cx="38404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3840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tello.land()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74920" y="4297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the drone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Concepts You'll Use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384048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4B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 = 100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 value with a name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28016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280160"/>
            <a:ext cx="3840480" cy="54864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371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4B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fly_square():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chunk of reusable code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10896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4B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range(4):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code multiple times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310896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3108960"/>
            <a:ext cx="3840480" cy="54864"/>
          </a:xfrm>
          <a:prstGeom prst="rect">
            <a:avLst/>
          </a:prstGeom>
          <a:solidFill>
            <a:srgbClr val="E5C07B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064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4B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battery &gt; 50: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decisions in code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764BA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667EE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Mission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97280" y="201168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0116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course with at least 3 challenges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97280" y="283464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28346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Python program that flies the drone through it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97280" y="365760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36576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adjust, and record a video of the final flight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bonus for using functions or loops  |  +1 for a safe aerial trick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Tello Drone: Code Your First Flight</dc:title>
  <dc:subject>PptxGenJS Presentation</dc:subject>
  <dc:creator>GHCDS</dc:creator>
  <cp:lastModifiedBy>GHCDS</cp:lastModifiedBy>
  <cp:revision>1</cp:revision>
  <dcterms:created xsi:type="dcterms:W3CDTF">2026-04-06T21:03:50Z</dcterms:created>
  <dcterms:modified xsi:type="dcterms:W3CDTF">2026-04-06T21:03:50Z</dcterms:modified>
</cp:coreProperties>
</file>