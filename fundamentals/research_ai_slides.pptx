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Learning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real answers, spot junk, and use AI to actually learn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Robotics  |  Grades 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Like a Pro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keywords, not full sentences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What is the best programming language to learn for a job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best programming language jobs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site: to search within a website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Find Reddit posts about Python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site:reddit.com learn Python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7772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filetype: for specific formats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cybersecurity guide download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cybersecurity basics filetype:pdf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SIFT Method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trusting any information, run it through these 4 steps: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0" y="1554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immediately believe or share. Pause.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31920" y="2423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wrote this? Are they credible?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better coverage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other credible sources say the same thing?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to original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4160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primary source — summaries can be wrong.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AI: Learn With It, Don't Copy From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Using AI to Cheat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my essay"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the answer"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my homework"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 nothing.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explain it.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build on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2801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Using AI to Learn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this concept simply"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"Quiz me on this topic"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I understanding this right?"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gain knowledge.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discuss it.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real skills.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783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keywords, not sentences — use site: and filetype: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every source: Stop, Investigate, Find coverage, Trace to original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32004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hallucinates — always verify important facts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38862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understand, not to avoid understanding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45720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4526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explain it without notes, you don't know it yet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critically. Verify everything. Learn for real.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&amp; Learning with AI</dc:title>
  <dc:subject>PptxGenJS Presentation</dc:subject>
  <dc:creator>PptxGenJS</dc:creator>
  <cp:lastModifiedBy>PptxGenJS</cp:lastModifiedBy>
  <cp:revision>1</cp:revision>
  <dcterms:created xsi:type="dcterms:W3CDTF">2026-04-06T22:47:30Z</dcterms:created>
  <dcterms:modified xsi:type="dcterms:W3CDTF">2026-04-06T22:47:30Z</dcterms:modified>
</cp:coreProperties>
</file>