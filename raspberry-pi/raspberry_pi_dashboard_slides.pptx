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764BA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743200"/>
            <a:ext cx="2743200" cy="2743200"/>
          </a:xfrm>
          <a:prstGeom prst="ellipse">
            <a:avLst/>
          </a:prstGeom>
          <a:solidFill>
            <a:srgbClr val="667EEA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Raspberry Pi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 Dashboard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live system monitor from scratch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&amp; Robotics  |  Grades 7-12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 Raspberry Pi?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47548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554480"/>
            <a:ext cx="4206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tiny, affordable computer</a:t>
            </a:r>
            <a:endParaRPr lang="en-US" sz="1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Raspberry Pi is a full computer the size of a credit card. It runs Linux, connects to the internet, and can do almost anything a regular computer can do.</a:t>
            </a:r>
            <a:endParaRPr lang="en-US" sz="1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project, we turn it into a web server that shows live system stats — CPU, memory, disk, and temperature.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760720" y="1371600"/>
            <a:ext cx="2926080" cy="32004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035040" y="155448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Facts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~$35-75</a:t>
            </a:r>
            <a:endParaRPr lang="en-US" sz="16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OS: Raspberry Pi OS (Linux)</a:t>
            </a:r>
            <a:endParaRPr lang="en-US" sz="16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Python</a:t>
            </a:r>
            <a:endParaRPr lang="en-US" sz="16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 Engineers, hobbyists, schools, NASA</a:t>
            </a:r>
            <a:endParaRPr lang="en-US" sz="16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be: A server, robot brain, media player, weather station, and more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 Web Server?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371600"/>
            <a:ext cx="2560320" cy="7315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459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(Customer)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browser and type a URL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6616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566160" y="1371600"/>
            <a:ext cx="2560320" cy="73152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16459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(Waiter)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749040" y="24688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your request to the kitchen (Python code)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0" y="1371600"/>
            <a:ext cx="256032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6459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(Kitchen)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83680" y="24688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system stats and sends back the data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0896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4748B"/>
                </a:solidFill>
              </a:rPr>
              <a:t>→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94360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4748B"/>
                </a:solidFill>
              </a:rPr>
              <a:t>→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31520" y="4480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a restaurant: you place an order, the waiter carries it, and the kitchen makes it.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3 Languages of Every Website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2560320" cy="329184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80160"/>
            <a:ext cx="2560320" cy="73152"/>
          </a:xfrm>
          <a:prstGeom prst="rect">
            <a:avLst/>
          </a:prstGeom>
          <a:solidFill>
            <a:srgbClr val="E06C7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6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skeleton. Uses tags like &lt;h1&gt;, &lt;div&gt;, &lt;p&gt; to define what's on the page.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walls and rooms of a house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66160" y="1280160"/>
            <a:ext cx="2560320" cy="329184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566160" y="1280160"/>
            <a:ext cx="2560320" cy="73152"/>
          </a:xfrm>
          <a:prstGeom prst="rect">
            <a:avLst/>
          </a:prstGeom>
          <a:solidFill>
            <a:srgbClr val="61AFEF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463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566160" y="1920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49040" y="23774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look. Controls colors, fonts, layout, gradients, and animations.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49040" y="35661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Painting the walls and choosing furniture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1280160"/>
            <a:ext cx="2560320" cy="329184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0" y="1280160"/>
            <a:ext cx="2560320" cy="73152"/>
          </a:xfrm>
          <a:prstGeom prst="rect">
            <a:avLst/>
          </a:prstGeom>
          <a:solidFill>
            <a:srgbClr val="E5C07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463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JavaScript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00800" y="1920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0" y="23774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brain. Makes the page interactive — fetches data, updates numbers live.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0" y="35661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electricity that makes things work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Our Dashboard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0116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463040"/>
            <a:ext cx="20116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psutil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CPU, memory,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disk, temperature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60320" y="19202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834640" y="1463040"/>
            <a:ext cx="20116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834640" y="1463040"/>
            <a:ext cx="201168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0" name="Text 8"/>
          <p:cNvSpPr/>
          <p:nvPr/>
        </p:nvSpPr>
        <p:spPr>
          <a:xfrm>
            <a:off x="2834640" y="1645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Server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26080" y="21031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the web page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/api/stats endpoint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19202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120640" y="1463040"/>
            <a:ext cx="20116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120640" y="1463040"/>
            <a:ext cx="2011680" cy="54864"/>
          </a:xfrm>
          <a:prstGeom prst="rect">
            <a:avLst/>
          </a:prstGeom>
          <a:solidFill>
            <a:srgbClr val="E06C75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1645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12080" y="21031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 layout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visual design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0" y="19202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406640" y="1463040"/>
            <a:ext cx="20116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06640" y="1463040"/>
            <a:ext cx="2011680" cy="54864"/>
          </a:xfrm>
          <a:prstGeom prst="rect">
            <a:avLst/>
          </a:prstGeom>
          <a:solidFill>
            <a:srgbClr val="E5C07B"/>
          </a:solidFill>
          <a:ln/>
        </p:spPr>
      </p:sp>
      <p:sp>
        <p:nvSpPr>
          <p:cNvPr id="20" name="Text 18"/>
          <p:cNvSpPr/>
          <p:nvPr/>
        </p:nvSpPr>
        <p:spPr>
          <a:xfrm>
            <a:off x="7406640" y="1645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498080" y="21031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data every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seconds, updates page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657600"/>
            <a:ext cx="82296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7490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called a full-stack application — you built both the backend (Python server) and the frontend (HTML/CSS/JS page).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SSH: Remote Control Your Pi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41148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55448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SSH?</a:t>
            </a:r>
            <a:endParaRPr lang="en-US" sz="18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(Secure Shell) lets you type commands on your Pi from a completely different computer.</a:t>
            </a:r>
            <a:endParaRPr lang="en-US" sz="18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monitor, keyboard, or mouse needed on the Pi. This is how engineers work with servers, robots, and cloud computers in the real world.</a:t>
            </a:r>
            <a:endParaRPr lang="en-US" sz="18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Pi becomes a "headless" device — controlled entirely through text commands over the network.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120640" y="1371600"/>
            <a:ext cx="3657600" cy="32004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6" name="Text 4"/>
          <p:cNvSpPr/>
          <p:nvPr/>
        </p:nvSpPr>
        <p:spPr>
          <a:xfrm>
            <a:off x="5394960" y="164592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pi@192.168.1.50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password: ********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pi@raspberrypi:~ $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hostname -I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192.168.1.50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pi@raspberrypi:~ $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system_monitor.py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CSS Tricks We Used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840480" cy="173736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80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background: linear-gradient(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135deg, #667eea, #764ba2);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Blends two colors at an angle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937760" y="1188720"/>
            <a:ext cx="3840480" cy="173736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120640" y="1280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Glassmorphism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120640" y="16459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background: rgba(255,255,255,0.15);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backdrop-filter: blur(10px);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120640" y="2423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Frosted glass effect on cards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108960"/>
            <a:ext cx="3840480" cy="173736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200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35661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display: grid;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grid-template-columns: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repeat(auto-fit, minmax(220px, 1fr));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4343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card layout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3108960"/>
            <a:ext cx="3840480" cy="173736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3200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Effects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20640" y="35661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.card:hover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transform: translateY(-4px);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20640" y="4343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float up on mouse hover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77724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57607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computer that serves content to other devices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way for programs to talk to each other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Structure/skeleton of a web page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Styling — colors, fonts, layout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JavaScript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 — makes the page interactive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Shell — remote access to a terminal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browser's live version of your HTML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Full-Stack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with both server and web page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764BA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667EEA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Next?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97280" y="1828800"/>
            <a:ext cx="457200" cy="45720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0" y="1828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your Pi + run your first web server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97280" y="2560320"/>
            <a:ext cx="457200" cy="45720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0" y="2560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WiFi, enable SSH, go remote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97280" y="3291840"/>
            <a:ext cx="457200" cy="45720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28800" y="32918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to the professional dashboard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97280" y="4023360"/>
            <a:ext cx="457200" cy="45720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28800" y="4023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Customize — make it yours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something real.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Raspberry Pi Health Dashboard</dc:title>
  <dc:subject>PptxGenJS Presentation</dc:subject>
  <dc:creator>GHCDS</dc:creator>
  <cp:lastModifiedBy>GHCDS</cp:lastModifiedBy>
  <cp:revision>1</cp:revision>
  <dcterms:created xsi:type="dcterms:W3CDTF">2026-04-06T17:28:53Z</dcterms:created>
  <dcterms:modified xsi:type="dcterms:W3CDTF">2026-04-06T17:28:53Z</dcterms:modified>
</cp:coreProperties>
</file>