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Own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Chatbot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Chatbots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463040"/>
            <a:ext cx="20116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message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463040"/>
            <a:ext cx="20116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message,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system instructions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6304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76656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463040"/>
            <a:ext cx="20116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Bubble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appears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41248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49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keeps the API key secret. If the browser called Gemini directly, anyone could steal your key.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API?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(Customer)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request: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conversation"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(Waiter)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your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AI and brings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response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(Kitchen)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the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creates 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key is like a password — it proves your app is allowed to use the service.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Instructions: The AI's Personality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 are rules you give the AI BEFORE the conversation starts. The user never sees them, but they control everything about how the AI responds.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840480" cy="13258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Buddy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with study techniques. Break down complex topics. Be encouraging.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920240"/>
            <a:ext cx="3840480" cy="13258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192024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423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explore careers. Ask about interests. Suggest paths.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3840480" cy="13258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429000"/>
            <a:ext cx="38404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Joke Bot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must include a terrible pun. Be cheerful and groan-worthy.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429000"/>
            <a:ext cx="3840480" cy="13258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429000"/>
            <a:ext cx="38404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Mentor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beginners learn programming. Ask guiding questions, don't give answers.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vs Backend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(Browser)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interacts with.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CSS, and JavaScript. Runs in the browser. Shows chat bubbles, handles typing, sends messages to the server.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(Server)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computer, invisible to the user.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Node.js and Express. Keeps the API key safe. Receives messages from the frontend, sends them to Gemini, returns the response.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way for programs to talk to each 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secret code that gives your app access to a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that runs in the browser (HTML, CSS, 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that runs on the server (Node.js)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that control the AI's personality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Package Manager — installs code libraries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/ await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a response without freezing the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secret value stored outside your code (.env)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project and get your API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5603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server + frontend, see it 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code connects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it — give your bot a new personality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endless possibilities.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Own AI Chatbot</dc:title>
  <dc:subject>PptxGenJS Presentation</dc:subject>
  <dc:creator>GHCDS</dc:creator>
  <cp:lastModifiedBy>GHCDS</cp:lastModifiedBy>
  <cp:revision>1</cp:revision>
  <dcterms:created xsi:type="dcterms:W3CDTF">2026-04-06T18:07:49Z</dcterms:created>
  <dcterms:modified xsi:type="dcterms:W3CDTF">2026-04-06T18:07:49Z</dcterms:modified>
</cp:coreProperties>
</file>