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64BA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667EEA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Micro:bit: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Tiny Computer, Big Ideas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a pocket-sized computer with sensors, buttons, and LEDs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Robotics  |  Grades 7-12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→ Process → Output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computer follows this pattern — from phones to Raspberry Pis to micro:bits.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45920"/>
            <a:ext cx="265176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press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 / tilt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level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645920"/>
            <a:ext cx="2651760" cy="54864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57600" y="237744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decides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if, loops, variables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26480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400800" y="164592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645920"/>
            <a:ext cx="26517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83680" y="237744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display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(V2)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signals 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motors/LEDs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Built-in Sensors &amp;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651760" cy="16002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265176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25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A &amp; 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buttons for user input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1188720"/>
            <a:ext cx="2651760" cy="16002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429000" y="1188720"/>
            <a:ext cx="2651760" cy="54864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325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18288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shake, tilt, and freefall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188720"/>
            <a:ext cx="2651760" cy="16002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309360" y="1188720"/>
            <a:ext cx="26517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325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5×5 LED Display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18288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LEDs for text, icons, and animations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063240"/>
            <a:ext cx="2651760" cy="16002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063240"/>
            <a:ext cx="2651760" cy="54864"/>
          </a:xfrm>
          <a:prstGeom prst="rect">
            <a:avLst/>
          </a:prstGeom>
          <a:solidFill>
            <a:srgbClr val="E5C07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Sensor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chip temperature (close to room temp)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29000" y="3063240"/>
            <a:ext cx="2651760" cy="16002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429000" y="3063240"/>
            <a:ext cx="2651760" cy="54864"/>
          </a:xfrm>
          <a:prstGeom prst="rect">
            <a:avLst/>
          </a:prstGeom>
          <a:solidFill>
            <a:srgbClr val="61AFEF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Sensor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66160" y="37033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LEDs double as light detectors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3063240"/>
            <a:ext cx="2651760" cy="16002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309360" y="3063240"/>
            <a:ext cx="26517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46520" y="37033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magnetic north for direction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Ideas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265176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25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Paper Scissors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 to pick randomly. Play against a friend!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18872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29000" y="1188720"/>
            <a:ext cx="26517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325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Alert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18288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temp on LEDs, warn if too hot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18872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1188720"/>
            <a:ext cx="26517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325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Time Game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18288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players race to press their button first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06324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063240"/>
            <a:ext cx="2651760" cy="54864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Counter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shakes as steps, button A to reset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29000" y="306324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29000" y="3063240"/>
            <a:ext cx="2651760" cy="54864"/>
          </a:xfrm>
          <a:prstGeom prst="rect">
            <a:avLst/>
          </a:prstGeom>
          <a:solidFill>
            <a:srgbClr val="E5C07B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Musical Instrument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66160" y="37033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+ tilt = different notes (V2)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306324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0" y="3063240"/>
            <a:ext cx="2651760" cy="54864"/>
          </a:xfrm>
          <a:prstGeom prst="rect">
            <a:avLst/>
          </a:prstGeom>
          <a:solidFill>
            <a:srgbClr val="61AFEF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46520" y="37033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N/S/E/W based on direction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764BA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667EEA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Mission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97280" y="182880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1737360" y="1783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1: Learn the basics — buttons, shake, LEDs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97280" y="251460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2468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2: Pick a project and build it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97280" y="320040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737360" y="3154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to the real micro:bit and demo it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97280" y="388620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737360" y="3840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Try it in Python too!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computer. Big ideas. Let's build.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Micro:bit: Tiny Computer, Big Ideas</dc:title>
  <dc:subject>PptxGenJS Presentation</dc:subject>
  <dc:creator>PptxGenJS</dc:creator>
  <cp:lastModifiedBy>PptxGenJS</cp:lastModifiedBy>
  <cp:revision>1</cp:revision>
  <dcterms:created xsi:type="dcterms:W3CDTF">2026-04-06T22:47:30Z</dcterms:created>
  <dcterms:modified xsi:type="dcterms:W3CDTF">2026-04-06T22:47:30Z</dcterms:modified>
</cp:coreProperties>
</file>