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Coding: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Apps with 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as your coding partner — not your replacement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Robotics  |  Grades 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Vibe Coding?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84048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file.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line from memory.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Stack Overflow for hours.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alone.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2801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Way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the code.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review, test, and iterate.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10x faster.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Great Prompts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77240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7724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Prompt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a website"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 — AI doesn't know what kind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777240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017520"/>
            <a:ext cx="7772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Prompt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portfolio page with dark theme, 3 project cards, contact section. HTML/CSS in one file."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what, tech, features, constraint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70/30 Rule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AI-Assisted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760720" y="1371600"/>
            <a:ext cx="2926080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0" y="13716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You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handles: boilerplate, layouts, repetitive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handle: review, decisions, bugs, customization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79552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74904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understand your code. If you can't explain it, you haven't learned — you've just copied.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Mission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783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project idea (or invent your own)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Code or GitHub Copilot to build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32004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specific prompts — iterate and improve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38862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every section of your code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45720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4526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working project + AI conversation screenshot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real. Understand how it works.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Coding: Build Apps with AI</dc:title>
  <dc:subject>PptxGenJS Presentation</dc:subject>
  <dc:creator>PptxGenJS</dc:creator>
  <cp:lastModifiedBy>PptxGenJS</cp:lastModifiedBy>
  <cp:revision>1</cp:revision>
  <dcterms:created xsi:type="dcterms:W3CDTF">2026-04-06T22:47:30Z</dcterms:created>
  <dcterms:modified xsi:type="dcterms:W3CDTF">2026-04-06T22:47:30Z</dcterms:modified>
</cp:coreProperties>
</file>